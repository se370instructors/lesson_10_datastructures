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Gibbon, James E CPT" userId="dd281990-06be-4864-a5ca-d37fc3f7f2de" providerId="ADAL" clId="{5955FE10-6360-417E-85CC-23E20201FD35}"/>
    <pc:docChg chg="undo custSel delSld modSld delMainMaster">
      <pc:chgData name="MacGibbon, James E CPT" userId="dd281990-06be-4864-a5ca-d37fc3f7f2de" providerId="ADAL" clId="{5955FE10-6360-417E-85CC-23E20201FD35}" dt="2022-02-01T20:33:24.167" v="99" actId="20577"/>
      <pc:docMkLst>
        <pc:docMk/>
      </pc:docMkLst>
      <pc:sldChg chg="del">
        <pc:chgData name="MacGibbon, James E CPT" userId="dd281990-06be-4864-a5ca-d37fc3f7f2de" providerId="ADAL" clId="{5955FE10-6360-417E-85CC-23E20201FD35}" dt="2022-02-01T20:30:17.927" v="0" actId="47"/>
        <pc:sldMkLst>
          <pc:docMk/>
          <pc:sldMk cId="987787094" sldId="256"/>
        </pc:sldMkLst>
      </pc:sldChg>
      <pc:sldChg chg="modSp mod">
        <pc:chgData name="MacGibbon, James E CPT" userId="dd281990-06be-4864-a5ca-d37fc3f7f2de" providerId="ADAL" clId="{5955FE10-6360-417E-85CC-23E20201FD35}" dt="2022-02-01T20:30:34.426" v="5" actId="20577"/>
        <pc:sldMkLst>
          <pc:docMk/>
          <pc:sldMk cId="3859366770" sldId="257"/>
        </pc:sldMkLst>
        <pc:spChg chg="mod">
          <ac:chgData name="MacGibbon, James E CPT" userId="dd281990-06be-4864-a5ca-d37fc3f7f2de" providerId="ADAL" clId="{5955FE10-6360-417E-85CC-23E20201FD35}" dt="2022-02-01T20:30:34.426" v="5" actId="20577"/>
          <ac:spMkLst>
            <pc:docMk/>
            <pc:sldMk cId="3859366770" sldId="257"/>
            <ac:spMk id="2" creationId="{6CD4C77A-7A0A-7941-A1CA-5F95F3A2BFB4}"/>
          </ac:spMkLst>
        </pc:spChg>
      </pc:sldChg>
      <pc:sldChg chg="modSp mod">
        <pc:chgData name="MacGibbon, James E CPT" userId="dd281990-06be-4864-a5ca-d37fc3f7f2de" providerId="ADAL" clId="{5955FE10-6360-417E-85CC-23E20201FD35}" dt="2022-02-01T20:31:15.109" v="24" actId="6549"/>
        <pc:sldMkLst>
          <pc:docMk/>
          <pc:sldMk cId="3413729987" sldId="258"/>
        </pc:sldMkLst>
        <pc:spChg chg="mod">
          <ac:chgData name="MacGibbon, James E CPT" userId="dd281990-06be-4864-a5ca-d37fc3f7f2de" providerId="ADAL" clId="{5955FE10-6360-417E-85CC-23E20201FD35}" dt="2022-02-01T20:30:42.928" v="10" actId="20577"/>
          <ac:spMkLst>
            <pc:docMk/>
            <pc:sldMk cId="3413729987" sldId="258"/>
            <ac:spMk id="2" creationId="{BE15C283-6C3C-394B-90E4-5599ADAE3806}"/>
          </ac:spMkLst>
        </pc:spChg>
        <pc:spChg chg="mod">
          <ac:chgData name="MacGibbon, James E CPT" userId="dd281990-06be-4864-a5ca-d37fc3f7f2de" providerId="ADAL" clId="{5955FE10-6360-417E-85CC-23E20201FD35}" dt="2022-02-01T20:31:15.109" v="24" actId="6549"/>
          <ac:spMkLst>
            <pc:docMk/>
            <pc:sldMk cId="3413729987" sldId="258"/>
            <ac:spMk id="12" creationId="{9030A6D5-2C7B-4142-9301-CBE7FB88AA9A}"/>
          </ac:spMkLst>
        </pc:spChg>
      </pc:sldChg>
      <pc:sldChg chg="addSp modSp mod">
        <pc:chgData name="MacGibbon, James E CPT" userId="dd281990-06be-4864-a5ca-d37fc3f7f2de" providerId="ADAL" clId="{5955FE10-6360-417E-85CC-23E20201FD35}" dt="2022-02-01T20:33:24.167" v="99" actId="20577"/>
        <pc:sldMkLst>
          <pc:docMk/>
          <pc:sldMk cId="2295734904" sldId="259"/>
        </pc:sldMkLst>
        <pc:spChg chg="mod">
          <ac:chgData name="MacGibbon, James E CPT" userId="dd281990-06be-4864-a5ca-d37fc3f7f2de" providerId="ADAL" clId="{5955FE10-6360-417E-85CC-23E20201FD35}" dt="2022-02-01T20:30:51.494" v="19" actId="20577"/>
          <ac:spMkLst>
            <pc:docMk/>
            <pc:sldMk cId="2295734904" sldId="259"/>
            <ac:spMk id="2" creationId="{BE15C283-6C3C-394B-90E4-5599ADAE3806}"/>
          </ac:spMkLst>
        </pc:spChg>
        <pc:spChg chg="add mod">
          <ac:chgData name="MacGibbon, James E CPT" userId="dd281990-06be-4864-a5ca-d37fc3f7f2de" providerId="ADAL" clId="{5955FE10-6360-417E-85CC-23E20201FD35}" dt="2022-02-01T20:33:24.167" v="99" actId="20577"/>
          <ac:spMkLst>
            <pc:docMk/>
            <pc:sldMk cId="2295734904" sldId="259"/>
            <ac:spMk id="7" creationId="{55661805-6A49-403C-979A-6A19F94C7216}"/>
          </ac:spMkLst>
        </pc:spChg>
        <pc:spChg chg="mod">
          <ac:chgData name="MacGibbon, James E CPT" userId="dd281990-06be-4864-a5ca-d37fc3f7f2de" providerId="ADAL" clId="{5955FE10-6360-417E-85CC-23E20201FD35}" dt="2022-02-01T20:30:57.813" v="20" actId="6549"/>
          <ac:spMkLst>
            <pc:docMk/>
            <pc:sldMk cId="2295734904" sldId="259"/>
            <ac:spMk id="12" creationId="{9030A6D5-2C7B-4142-9301-CBE7FB88AA9A}"/>
          </ac:spMkLst>
        </pc:spChg>
      </pc:sldChg>
      <pc:sldMasterChg chg="del delSldLayout">
        <pc:chgData name="MacGibbon, James E CPT" userId="dd281990-06be-4864-a5ca-d37fc3f7f2de" providerId="ADAL" clId="{5955FE10-6360-417E-85CC-23E20201FD35}" dt="2022-02-01T20:30:17.927" v="0" actId="47"/>
        <pc:sldMasterMkLst>
          <pc:docMk/>
          <pc:sldMasterMk cId="2280910153" sldId="2147483660"/>
        </pc:sldMasterMkLst>
        <pc:sldLayoutChg chg="del">
          <pc:chgData name="MacGibbon, James E CPT" userId="dd281990-06be-4864-a5ca-d37fc3f7f2de" providerId="ADAL" clId="{5955FE10-6360-417E-85CC-23E20201FD35}" dt="2022-02-01T20:30:17.927" v="0" actId="47"/>
          <pc:sldLayoutMkLst>
            <pc:docMk/>
            <pc:sldMasterMk cId="2280910153" sldId="2147483660"/>
            <pc:sldLayoutMk cId="2789423352" sldId="2147483651"/>
          </pc:sldLayoutMkLst>
        </pc:sldLayoutChg>
        <pc:sldLayoutChg chg="del">
          <pc:chgData name="MacGibbon, James E CPT" userId="dd281990-06be-4864-a5ca-d37fc3f7f2de" providerId="ADAL" clId="{5955FE10-6360-417E-85CC-23E20201FD35}" dt="2022-02-01T20:30:17.927" v="0" actId="47"/>
          <pc:sldLayoutMkLst>
            <pc:docMk/>
            <pc:sldMasterMk cId="2280910153" sldId="2147483660"/>
            <pc:sldLayoutMk cId="421036801" sldId="2147483652"/>
          </pc:sldLayoutMkLst>
        </pc:sldLayoutChg>
        <pc:sldLayoutChg chg="del">
          <pc:chgData name="MacGibbon, James E CPT" userId="dd281990-06be-4864-a5ca-d37fc3f7f2de" providerId="ADAL" clId="{5955FE10-6360-417E-85CC-23E20201FD35}" dt="2022-02-01T20:30:17.927" v="0" actId="47"/>
          <pc:sldLayoutMkLst>
            <pc:docMk/>
            <pc:sldMasterMk cId="2280910153" sldId="2147483660"/>
            <pc:sldLayoutMk cId="644513461" sldId="2147483653"/>
          </pc:sldLayoutMkLst>
        </pc:sldLayoutChg>
        <pc:sldLayoutChg chg="del">
          <pc:chgData name="MacGibbon, James E CPT" userId="dd281990-06be-4864-a5ca-d37fc3f7f2de" providerId="ADAL" clId="{5955FE10-6360-417E-85CC-23E20201FD35}" dt="2022-02-01T20:30:17.927" v="0" actId="47"/>
          <pc:sldLayoutMkLst>
            <pc:docMk/>
            <pc:sldMasterMk cId="2280910153" sldId="2147483660"/>
            <pc:sldLayoutMk cId="3993621556" sldId="2147483654"/>
          </pc:sldLayoutMkLst>
        </pc:sldLayoutChg>
        <pc:sldLayoutChg chg="del">
          <pc:chgData name="MacGibbon, James E CPT" userId="dd281990-06be-4864-a5ca-d37fc3f7f2de" providerId="ADAL" clId="{5955FE10-6360-417E-85CC-23E20201FD35}" dt="2022-02-01T20:30:17.927" v="0" actId="47"/>
          <pc:sldLayoutMkLst>
            <pc:docMk/>
            <pc:sldMasterMk cId="2280910153" sldId="2147483660"/>
            <pc:sldLayoutMk cId="1718641831" sldId="2147483655"/>
          </pc:sldLayoutMkLst>
        </pc:sldLayoutChg>
        <pc:sldLayoutChg chg="del">
          <pc:chgData name="MacGibbon, James E CPT" userId="dd281990-06be-4864-a5ca-d37fc3f7f2de" providerId="ADAL" clId="{5955FE10-6360-417E-85CC-23E20201FD35}" dt="2022-02-01T20:30:17.927" v="0" actId="47"/>
          <pc:sldLayoutMkLst>
            <pc:docMk/>
            <pc:sldMasterMk cId="2280910153" sldId="2147483660"/>
            <pc:sldLayoutMk cId="957818533" sldId="2147483656"/>
          </pc:sldLayoutMkLst>
        </pc:sldLayoutChg>
        <pc:sldLayoutChg chg="del">
          <pc:chgData name="MacGibbon, James E CPT" userId="dd281990-06be-4864-a5ca-d37fc3f7f2de" providerId="ADAL" clId="{5955FE10-6360-417E-85CC-23E20201FD35}" dt="2022-02-01T20:30:17.927" v="0" actId="47"/>
          <pc:sldLayoutMkLst>
            <pc:docMk/>
            <pc:sldMasterMk cId="2280910153" sldId="2147483660"/>
            <pc:sldLayoutMk cId="3788904549" sldId="2147483657"/>
          </pc:sldLayoutMkLst>
        </pc:sldLayoutChg>
        <pc:sldLayoutChg chg="del">
          <pc:chgData name="MacGibbon, James E CPT" userId="dd281990-06be-4864-a5ca-d37fc3f7f2de" providerId="ADAL" clId="{5955FE10-6360-417E-85CC-23E20201FD35}" dt="2022-02-01T20:30:17.927" v="0" actId="47"/>
          <pc:sldLayoutMkLst>
            <pc:docMk/>
            <pc:sldMasterMk cId="2280910153" sldId="2147483660"/>
            <pc:sldLayoutMk cId="3050762385" sldId="2147483658"/>
          </pc:sldLayoutMkLst>
        </pc:sldLayoutChg>
        <pc:sldLayoutChg chg="del">
          <pc:chgData name="MacGibbon, James E CPT" userId="dd281990-06be-4864-a5ca-d37fc3f7f2de" providerId="ADAL" clId="{5955FE10-6360-417E-85CC-23E20201FD35}" dt="2022-02-01T20:30:17.927" v="0" actId="47"/>
          <pc:sldLayoutMkLst>
            <pc:docMk/>
            <pc:sldMasterMk cId="2280910153" sldId="2147483660"/>
            <pc:sldLayoutMk cId="1709836314" sldId="2147483659"/>
          </pc:sldLayoutMkLst>
        </pc:sldLayoutChg>
        <pc:sldLayoutChg chg="del">
          <pc:chgData name="MacGibbon, James E CPT" userId="dd281990-06be-4864-a5ca-d37fc3f7f2de" providerId="ADAL" clId="{5955FE10-6360-417E-85CC-23E20201FD35}" dt="2022-02-01T20:30:17.927" v="0" actId="47"/>
          <pc:sldLayoutMkLst>
            <pc:docMk/>
            <pc:sldMasterMk cId="2280910153" sldId="2147483660"/>
            <pc:sldLayoutMk cId="3270703022" sldId="2147483661"/>
          </pc:sldLayoutMkLst>
        </pc:sldLayoutChg>
        <pc:sldLayoutChg chg="del">
          <pc:chgData name="MacGibbon, James E CPT" userId="dd281990-06be-4864-a5ca-d37fc3f7f2de" providerId="ADAL" clId="{5955FE10-6360-417E-85CC-23E20201FD35}" dt="2022-02-01T20:30:17.927" v="0" actId="47"/>
          <pc:sldLayoutMkLst>
            <pc:docMk/>
            <pc:sldMasterMk cId="2280910153" sldId="2147483660"/>
            <pc:sldLayoutMk cId="1463383278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78888-11AE-4FA5-9D2C-64E78995485B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73982-8136-49D9-9E91-10D16E74B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3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96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9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2/1/2022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702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Lesson 10: </a:t>
            </a:r>
            <a:r>
              <a:rPr lang="en-US" sz="4800" dirty="0"/>
              <a:t>Data Structures (Factors, </a:t>
            </a:r>
            <a:r>
              <a:rPr lang="en-US" sz="4800" dirty="0" err="1"/>
              <a:t>DataFrames</a:t>
            </a:r>
            <a:r>
              <a:rPr lang="en-US" sz="4800" dirty="0"/>
              <a:t>, and Lists)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9826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CPT James MacGibbon- DSE- Instructor</a:t>
            </a:r>
          </a:p>
        </p:txBody>
      </p:sp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7"/>
            <a:ext cx="11246547" cy="5739725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Lesson 10: Data Structures (Factors, </a:t>
            </a:r>
            <a:r>
              <a:rPr lang="en-US" sz="3200" dirty="0" err="1"/>
              <a:t>DataFrames</a:t>
            </a:r>
            <a:r>
              <a:rPr lang="en-US" sz="3200" dirty="0"/>
              <a:t>, and Lists)</a:t>
            </a:r>
          </a:p>
          <a:p>
            <a:pPr marL="300038" lvl="1" indent="0">
              <a:buNone/>
            </a:pPr>
            <a:r>
              <a:rPr lang="en-US" sz="2900" dirty="0"/>
              <a:t>	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 Understand what a factor type is and how to use it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2. Create, manipulate, and sort a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dataframe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	3. Create and manipulate a list</a:t>
            </a:r>
            <a:r>
              <a:rPr lang="en-US" sz="2400" dirty="0"/>
              <a:t> </a:t>
            </a:r>
            <a:endParaRPr lang="en-US" sz="29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372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Lesson 11: Control Structures</a:t>
            </a:r>
          </a:p>
          <a:p>
            <a:pPr marL="757238" lvl="2"/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 Know when and why you would use a loop</a:t>
            </a:r>
            <a:b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Write a For or While loop to complete a simple iterative task or solve a problem</a:t>
            </a:r>
            <a:b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Write conditional statements using the if/else and case/when formats</a:t>
            </a:r>
            <a:r>
              <a:rPr lang="en-US" dirty="0"/>
              <a:t> </a:t>
            </a:r>
          </a:p>
          <a:p>
            <a:pPr marL="757238" lvl="2"/>
            <a:endParaRPr lang="en-US" dirty="0"/>
          </a:p>
          <a:p>
            <a:pPr marL="300038" indent="-457200">
              <a:buFont typeface="Arial" panose="020B0604020202020204" pitchFamily="34" charset="0"/>
              <a:buChar char="•"/>
            </a:pPr>
            <a:r>
              <a:rPr lang="en-US" sz="3200" dirty="0"/>
              <a:t>Watch your videos!</a:t>
            </a:r>
          </a:p>
          <a:p>
            <a:pPr marL="300038" indent="-457200">
              <a:buFont typeface="Arial" panose="020B0604020202020204" pitchFamily="34" charset="0"/>
              <a:buChar char="•"/>
            </a:pPr>
            <a:r>
              <a:rPr lang="en-US" sz="3200" dirty="0"/>
              <a:t>Take a look </a:t>
            </a:r>
            <a:r>
              <a:rPr lang="en-US" sz="3200"/>
              <a:t>at Problem Set 2!</a:t>
            </a:r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9573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142</Words>
  <Application>Microsoft Office PowerPoint</Application>
  <PresentationFormat>Widescreen</PresentationFormat>
  <Paragraphs>19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10: Data Structures (Factors, DataFrames, and Lists)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MacGibbon, James E CPT</dc:creator>
  <cp:lastModifiedBy>MacGibbon, James E CPT</cp:lastModifiedBy>
  <cp:revision>1</cp:revision>
  <dcterms:created xsi:type="dcterms:W3CDTF">2022-02-01T20:29:29Z</dcterms:created>
  <dcterms:modified xsi:type="dcterms:W3CDTF">2022-02-01T20:33:26Z</dcterms:modified>
</cp:coreProperties>
</file>